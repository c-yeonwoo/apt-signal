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오프닝. '집은 인생에서 가장 큰 거래인데, 왜 우리는 감으로 살까?' 이 강의는 흩어진 부동산 데이터를 한 곳에 모아 근거로 판단하는 법을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통증: 지식이 흩어져 있어서 초보자는 어디서 뭘 봐야 할지 모른다. 시그널맵은 이 5개를 한 곳에 모은다.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4국면을 시계방향으로. 회복기에 거래량이 먼저 살아나고, 후퇴기에 거래량이 먼저 마른다. 가격은 후행한다.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4개가 서로 맞물려 사이클을 만든다. 시그널맵의 지표들은 전부 이 4엔진을 수치화한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전세수급 → 매수심리 → 거래량 → 가격. 이 연결고리를 이해하면 가격이 오르기 전에 신호를 잡을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숫자보다 '이 구간을 넘으면 사람들이 어떻게 행동하나'가 핵심. 150 돌파=전세난, 100 돌파=FOMO.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급지는 직교한다. D지역 1급지(외곽 대장)와 A지역 5급지(강남 막내)는 전혀 다른 투자.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 조건이 겹칠수록 강한 신호. '지난 시그널' 백테스트로 과거 그 구간에 실제 가격이 올랐는지 검증할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제품의 힘. 흩어진 5개 데이터가 7개 탭으로 정리되고, 결론 탭에서 한 방에 종합된다.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 실습 시나리오. 한 지역으로 6단계를 시연하면 청중이 사용법을 체득한다.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한 문장으로 정리: 흩어진 지식을 한 곳에 → 근거로 내집마련.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HOME BUYING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데이터로 내집마련하기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흩어진 부동산 데이터를 한 곳에 — 아파트 시그널맵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3429000"/>
            <a:ext cx="4572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감으로 사는 부동산에서, 근거로 사는 부동산으로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어려운가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부동산 공부가 어려운 진짜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데이터가 5곳에 흩어져 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주간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매수심리·전세수급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31136" y="18745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31136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국토부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04288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실거래가·거래량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13632" y="18745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13632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청약홈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86784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분양가·청약일정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96128" y="18745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96128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법원경매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낙찰가·수익률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78624" y="18745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78624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네이버·호갱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51776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급매 호가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456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한 화면에서 자동 연결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388620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68880" y="3950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아파트 시그널맵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468880" y="4361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공공·시장 데이터를 한 곳에서 해석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제1원리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부동산은 사이클이다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4520" y="2651760"/>
            <a:ext cx="1737360" cy="10058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1874520" y="2651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부동산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사이클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40280" y="160020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40280" y="16733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회복기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9842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거래량 ↑ 먼저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283464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29077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상승기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32186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급등·과열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40280" y="397764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0280" y="40507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후퇴기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43616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거래량 ↓ 먼저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" y="283464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" y="29077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침체기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" y="32186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바닥·급매 출현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178308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통찰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가격보다 거래량과 심리가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움직인다.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가격만 보면 늦는다. 시그널맵은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전세수급·매수심리·거래량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함께 본다.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사이클을 움직이나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사이클을 움직이는 4개의 엔진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유동성 (돈)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금리가 낮으면 돈이 부동산으로. 기준금리↓ → 대출↑ → 매수↑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81051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810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전세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23042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전세가 마르면(전세난) 세입자가 '차라리 사자'로 전환 → 매매 압력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3814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381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공급 (입주물량)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입주 폭탄은 가격을 누르고, 공급 가뭄은 가격을 띄운다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00600" y="3182112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438144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34381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심리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7492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매수자가 많아지면(매수우위) 호가가 오르고 추격매수가 붙는다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 읽기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지표는 순서대로 연결된다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전세수급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전세가 마른다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13432" y="19202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97480" y="19202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매수심리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9748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사자가 많아진다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9202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892040" y="19202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거래가 늘어난다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02552" y="19202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086600" y="19202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매매가격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8660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가격이 오른다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809244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6732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실거주 수요(전세)가 압력솥처럼 차오르면 → 매매로 분출한다.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전세는 투기 수요가 거의 없어, 그 지역에 '진짜 살려는 사람'의 압력을 보여준다.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 읽기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임계 구간이 행동을 바꾼다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전세수급지수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2194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공급우위 · 역전세 위험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80~120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2651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수급 균형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120~150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타이트 · 매매 고민 시작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150~180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5661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전세난 · 매매 전환 본격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180~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 끌어올림 (상승기)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554480"/>
            <a:ext cx="37947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매수우위지수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89320" y="2240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매수자 우위 · 급매 출현 (기회!)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8072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40~100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심리 회복 ~ 균형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3741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100~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3374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매도자 우위 · FOMO 임계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0416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역발상: </a:t>
            </a:r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매수심리 40 이하(공포 구간)가 오히려 매수 적기인 경우가 많다.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 읽기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급지 — 두 개의 좌표축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지역 급지  A~D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시군구 단위.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동네가 수도권에서 어느 계급인가.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상위 동네(강남) · D = 외곽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55448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단지 급지  1~5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48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단지 단위.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동네 안에서 대장이냐 막내냐.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동네 내 최상위 · 5 = 하위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76732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저평가도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입지(교통·학원·환경)가 매기는 적정가 vs 실제 시장가.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시장이 아직 못 알아본 입지를 데이터가 먼저 찾는다.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시그널은 이렇게 만들어진다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매수 신호  STRONG BUY / BUY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전세난 (전세수급 150↑)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매수심리 회복 (매수우위 ↑)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입주물량 부족 (공급 가뭄)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거래량 회복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554480"/>
            <a:ext cx="3794760" cy="3017520"/>
          </a:xfrm>
          <a:prstGeom prst="roundRect">
            <a:avLst>
              <a:gd name="adj" fmla="val 2424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매도 신호  SELL RISK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22860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매매가격 하락 전환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입주물량 과잉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거래량 위축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급지역전(끝물) — 하급지가 더 오름 + 금리 상승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흩어진 데이터를 한 곳에 — 7개의 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465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시그널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사이클상 매수/매도 타이밍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33472" y="1600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3472" y="17465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저평가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24912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입지 대비 싼 지역·단지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18304" y="1600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18304" y="17465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9744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시세 이하 낙찰 물건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6002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7465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급매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94576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시세 이하 호가 매물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1638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평형별 분양가·일정·메리트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33472" y="3017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33472" y="31638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재건축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24912" y="3566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잠재력·가치 ROI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18304" y="3017520"/>
            <a:ext cx="4005072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01184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01184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자본 → LTV·DSR → 매수가능가 → BUY+ × 저평가 × 단지급지로 종합 추천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순서로 내집을 찾는다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1298448" cy="155448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542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사이클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29260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시그널 탭 — 지금 상승/끝물?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237744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95728" y="178308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39572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38528" y="2377440"/>
            <a:ext cx="1298448" cy="155448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38528" y="2542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0" y="29260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BUY+ × 저평가로 동네 압축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18688" y="237744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31336" y="178308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83133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74136" y="2377440"/>
            <a:ext cx="1298448" cy="155448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74136" y="2542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47288" y="29260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단지급지로 알짜 단지 선별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54296" y="237744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66944" y="178308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26694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09744" y="2377440"/>
            <a:ext cx="1298448" cy="155448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9744" y="2542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82896" y="29260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경매·급매·청약에서 실물 발굴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89904" y="237744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02552" y="178308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70255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45352" y="2377440"/>
            <a:ext cx="1298448" cy="155448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45352" y="2542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자금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18504" y="29260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탭 — LTV·DSR·취득세 반영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25512" y="2377440"/>
            <a:ext cx="182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8160" y="1783080"/>
            <a:ext cx="384048" cy="384048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80960" y="2377440"/>
            <a:ext cx="1298448" cy="155448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80960" y="254203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54112" y="29260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초록불이면 행동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지역을 골라 1→6을 끝까지 돌려보면, 데이터로 내집을 고르는 감이 잡힌다.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산개된 부동산 지식을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곳에 모았더니,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내집마련이 한 방에 풀렸다.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내집마련하기  ·  아파트 시그널맵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데이터로 내집마련하기</dc:title>
  <dc:subject>PptxGenJS Presentation</dc:subject>
  <dc:creator>아파트 시그널맵</dc:creator>
  <cp:lastModifiedBy>아파트 시그널맵</cp:lastModifiedBy>
  <cp:revision>1</cp:revision>
  <dcterms:created xsi:type="dcterms:W3CDTF">2026-06-29T14:57:45Z</dcterms:created>
  <dcterms:modified xsi:type="dcterms:W3CDTF">2026-06-29T14:57:45Z</dcterms:modified>
</cp:coreProperties>
</file>